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R  O  J  E  C  T     W  O  R  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Injection Machine &amp; 3D Printed Tool Optimization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27432"/>
          </a:xfrm>
          <a:prstGeom prst="rect">
            <a:avLst/>
          </a:prstGeom>
          <a:solidFill>
            <a:srgbClr val="294A73"/>
          </a:solidFill>
          <a:ln w="12700">
            <a:solidFill>
              <a:srgbClr val="29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R T N E 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Cup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(PET Kupa)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T 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0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March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H A S 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60720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Inspection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27432"/>
          </a:xfrm>
          <a:prstGeom prst="rect">
            <a:avLst/>
          </a:prstGeom>
          <a:solidFill>
            <a:srgbClr val="294A73"/>
          </a:solidFill>
          <a:ln w="12700">
            <a:solidFill>
              <a:srgbClr val="294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 University of Technology and Economics  ·  Dept. of Machine and Product Design  ·  Dr. Viktor Gotthard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Abed Alrahman Marai   • Emir Sukru Birdal   • Bashar Darwazeh   • Ingynn Khet   • Nomin-Erdene Tsogt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04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Progress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recap, defects found, design limitations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64008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0" y="1801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Mold &amp; Inserts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mold system components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48640" y="3584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Design Issues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defects, fit problems, sprue location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64008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0" y="3584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Improvements &amp; Next Steps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directions and upcoming tasks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Week 4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solidFill>
            <a:srgbClr val="1F5C38"/>
          </a:solidFill>
          <a:ln w="12700">
            <a:solidFill>
              <a:srgbClr val="1F5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COMPLETED THIS WEEK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inspection of injection mold and mold inserts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defects reported by industrial partner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FDM and photopolymer printing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discussion: injection channel configuration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design limitations in current mold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redesign concept directions established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51960" cy="41148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914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TASKS FOR WEEK 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54864" cy="6858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89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defect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6642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tolerances, document surface quality issues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212848"/>
            <a:ext cx="54864" cy="6858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311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redesign of mold inserts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5054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geometry for improved fit and print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054096"/>
            <a:ext cx="54864" cy="6858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0723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/ spacer plate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3467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required insert thickness, save material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895344"/>
            <a:ext cx="54864" cy="6858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9136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channel redesign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1879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sprue to top mold component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Mold and Inserts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physically inspected and documented the full mold system during the Week 04 partner session. Images and measurements were recorded for each component below.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560320" cy="38404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Casing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286000" cy="1920240"/>
          </a:xfrm>
          <a:prstGeom prst="rect">
            <a:avLst/>
          </a:prstGeom>
          <a:solidFill>
            <a:srgbClr val="E8EDF5"/>
          </a:solidFill>
          <a:ln w="6350">
            <a:solidFill>
              <a:srgbClr val="C8D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Placeholder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housing containing the mold inserts. Current depth assessed for redesign.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560320" cy="38404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Inserts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2286000" cy="1920240"/>
          </a:xfrm>
          <a:prstGeom prst="rect">
            <a:avLst/>
          </a:prstGeom>
          <a:solidFill>
            <a:srgbClr val="E8EDF5"/>
          </a:solidFill>
          <a:ln w="6350">
            <a:solidFill>
              <a:srgbClr val="C8D4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9202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Placeholder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9136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inserts forming the part cavity. Surface defects and fit issues documented.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63040"/>
            <a:ext cx="2560320" cy="38404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481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Mold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2286000" cy="1920240"/>
          </a:xfrm>
          <a:prstGeom prst="rect">
            <a:avLst/>
          </a:prstGeom>
          <a:solidFill>
            <a:srgbClr val="E8EDF5"/>
          </a:solidFill>
          <a:ln w="6350">
            <a:solidFill>
              <a:srgbClr val="C8D4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202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Placeholder 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9136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assembly with inserts seated in casing. Alignment and sprue position reviewed.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Injection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SETUP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Sprue is located on the surface of the mold insert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occurs directly from the insert face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alignment of nozzle with insert surface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flow path design options within the mold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 of leakage at the insert parting 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657600" cy="1097280"/>
          </a:xfrm>
          <a:prstGeom prst="rect">
            <a:avLst/>
          </a:prstGeom>
          <a:solidFill>
            <a:srgbClr val="E8EDF5"/>
          </a:solidFill>
          <a:ln w="6350">
            <a:solidFill>
              <a:srgbClr val="C8D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Current sprue position – photo placeholder 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20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214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1F5C38"/>
          </a:solidFill>
          <a:ln w="12700">
            <a:solidFill>
              <a:srgbClr val="1F5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CONFIGURATION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6304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partner suggested injecting from the top mold component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Sprue relocated to top surface of upper mold half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flow direction into the mold cavity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reduces flash and incomplete fills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alignment between machine nozzle and sprue gate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validated through CAD redesign and testing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3657600" cy="1097280"/>
          </a:xfrm>
          <a:prstGeom prst="rect">
            <a:avLst/>
          </a:prstGeom>
          <a:solidFill>
            <a:srgbClr val="E8EDF5"/>
          </a:solidFill>
          <a:ln w="6350">
            <a:solidFill>
              <a:srgbClr val="C8D4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Proposed sprue position – diagram placeholder 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Design Issues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783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658368" cy="237744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 Defect on Mold Insert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3716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line crossing the insert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caused by layer shift or print pause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affect surface quality of molded parts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64008" cy="1783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024128"/>
            <a:ext cx="658368" cy="237744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241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0" y="1005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Between Insert and Mold Casing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13716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does not seat properly inside housing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misalignment during assembly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cause flash or leakage under pressure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64008" cy="1783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90088"/>
            <a:ext cx="658368" cy="237744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88720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Mold Casing Depth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casing requires unnecessarily thick inserts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increased print time and material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plate proposed to reduce insert thickness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88036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80360"/>
            <a:ext cx="64008" cy="1783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990088"/>
            <a:ext cx="658368" cy="237744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0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Sprue Location on Insert Surface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333756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sprue gate on insert face causes alignment issues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suggested top-injection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of injection channel required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Improvement Ideas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2651760" cy="47548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62456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62456"/>
            <a:ext cx="64008" cy="3291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63040"/>
            <a:ext cx="23957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FDM print settings (temperature, speed, layer height)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high-temp filament options (e.g. ABS, ASA)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post-print sanding or surface treatment to inserts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resin printing for critical cavity surfaces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886968"/>
            <a:ext cx="2651760" cy="47548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869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Casing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362456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62456"/>
            <a:ext cx="64008" cy="3291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463040"/>
            <a:ext cx="23957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insert dimensions to improve housing tolerance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alignment features (pins, slots) to prevent misassembly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adapter / spacer plate to reduce insert material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casing depth to match optimised insert thickness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886968"/>
            <a:ext cx="2651760" cy="475488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8869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Channel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362456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362456"/>
            <a:ext cx="64008" cy="3291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463040"/>
            <a:ext cx="23957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sprue gate to the top mold component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flow channel for better fill direction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venting to reduce trapped air and short shots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test revised channel with HDPE material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Tasks for Next Week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solidFill>
            <a:srgbClr val="1F5C38"/>
          </a:solidFill>
          <a:ln w="12700">
            <a:solidFill>
              <a:srgbClr val="1F5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COMPLETED THIS WEEK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and insert physical inspection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documentation with industrial partner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vs photopolymer printing comparison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channel configuration review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four key design issues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improvement directions established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51960" cy="41148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914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TASKS FOR WEEK 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54864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898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Defect Analysis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tolerances, document all surface quality issues quantitatively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54864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21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Redesign – Mold Inserts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2377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insert geometry for improved fit and printability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54864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8529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/ Spacer Plate Design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3108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required insert thickness to save material and print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54864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844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Channel Redesign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8404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sprue to top mold component per partner specification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4297680"/>
            <a:ext cx="54864" cy="621792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Testing Preparation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45720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industrial partner for test injection session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 ·  Week 04  ·  BME GT3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2026-03-09T23:07:24Z</dcterms:created>
  <dcterms:modified xsi:type="dcterms:W3CDTF">2026-03-09T23:07:24Z</dcterms:modified>
</cp:coreProperties>
</file>